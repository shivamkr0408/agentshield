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5B8CFF"/>
                </a:solidFill>
              </a:rPr>
              <a:t>AgentShield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AA6B8"/>
                </a:solidFill>
              </a:rPr>
              <a:t>Provenance-Aware Defense Against Multilingual</a:t>
            </a:r>
          </a:p>
          <a:p>
            <a:pPr algn="l"/>
            <a:r>
              <a:rPr sz="2000" b="0">
                <a:solidFill>
                  <a:srgbClr val="9AA6B8"/>
                </a:solidFill>
              </a:rPr>
              <a:t>Prompt Injection in LLM Agents  ·  [NAME], [GUIDE]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LLM agents read web/email/files, then act: send mail, move money, call APIs.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Indirect prompt injection: attacker hides instructions in that content.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A hijack becomes a wrong, irreversible action — e.g. data exfiltration.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Agent-injection benchmarks are English-only.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Low-resource &amp; code-mixed inputs bypass safety training.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Most defenses aren't tested against an adaptive attacker.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Limits of existing defenses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Spotlighting/delimiters: rely on the model obeying the marking.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Classifiers: English-centric and evadable.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CaMeL/FIDES: strong guarantees but utility cost and complexity.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None measure multilingual or code-mixed injection.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AgentShield: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Layered + provenance-aware: don't rely on detection alone.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Multilingual detection (rules + xlm-roberta + LLM intent check).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Deterministic backstop: canary tokens + taint tracking.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Fused by logistic regression; enforced by a policy firewall.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One hook intercepts every tool call.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Content: preprocess → detectors → fuse → sanitize/allow/block.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Action: canary scan → taint policy → permissions/approval → allow/block.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API + WebSocket + SDK + live dashboard + Docker.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Detection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Preprocess: hidden HTML, base64/hex/URL/ROT13, NFKC, invisible chars, homoglyphs, OCR.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L1 rules: multilingual triggers + structural signals (~0.1 ms).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L2: fine-tuned xlm-roberta-base (recall layer).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L3: LLM intent check (task vs. content).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Canary &amp; taint tracking (core contribution)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Canary: random token in prompt + sensitive files; any leak is blocked and traced.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Taint: label data USER / PRIVATE / EXTERNAL.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Policy: PRIVATE → EXTERNAL destination is blocked (or needs approval).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Catches exfiltration that content detection misses.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Adaptive attacker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Mutates seed attacks: encode, homoglyph, invisible, split, paraphrase, translate.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Feedback by threat model: black / gray / white box.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Reports attack success vs. query budget; feeds adversarial retraining.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Finding: the preprocessor reverses obfuscations that evade a keyword filter.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Results &amp; ablation</a:t>
            </a:r>
          </a:p>
        </p:txBody>
      </p:sp>
      <p:pic>
        <p:nvPicPr>
          <p:cNvPr id="3" name="Picture 2" descr="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54480"/>
            <a:ext cx="6217920" cy="3496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6B8"/>
                </a:solidFill>
              </a:rPr>
              <a:t>Real numbers on a public English test set (L1 + fusion). See the report for details.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Unprotected agent leaks a fake secret from injected content.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AgentShield on: the same attack is blocked, traced to the private file.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Incident replay, multilingual catch, canary catch, dashboard on a phone.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5B8CFF"/>
                </a:solidFill>
              </a:rPr>
              <a:t>Future work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Train L2 on GPU + add the human multilingual set → full headline numbers.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Adversarial training; activation task-drift; strict dual-LLM upper bound.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7ECF4"/>
                </a:solidFill>
              </a:rPr>
              <a:t>•  Takeaway: multilingual detection + provenance catches what detection misses.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